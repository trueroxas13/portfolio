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>
        <p:scale>
          <a:sx n="100" d="100"/>
          <a:sy n="100" d="100"/>
        </p:scale>
        <p:origin x="504" y="82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iQVR - CMPS 310 Software Engineering Lab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Team Hydrogen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December 3,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Project Name:</a:t>
            </a:r>
            <a:r>
              <a:t> iQVR Vehicle Services Platform</a:t>
            </a:r>
          </a:p>
          <a:p>
            <a:pPr lvl="0"/>
            <a:r>
              <a:rPr b="1"/>
              <a:t>Course:</a:t>
            </a:r>
            <a:r>
              <a:t> CMPS 310 Software Engineering Lab</a:t>
            </a:r>
          </a:p>
          <a:p>
            <a:pPr lvl="0"/>
            <a:r>
              <a:rPr b="1"/>
              <a:t>Instructor:</a:t>
            </a:r>
            <a:r>
              <a:t> Georges Younes</a:t>
            </a:r>
          </a:p>
          <a:p>
            <a:pPr lvl="0"/>
            <a:r>
              <a:rPr b="1"/>
              <a:t>Team Members:</a:t>
            </a:r>
          </a:p>
          <a:p>
            <a:pPr lvl="1"/>
            <a:r>
              <a:t>Mahmoud Al-Qudeimat - 202204636</a:t>
            </a:r>
          </a:p>
          <a:p>
            <a:pPr lvl="1"/>
            <a:r>
              <a:t>Mohammad Ahmad - 202002453</a:t>
            </a:r>
          </a:p>
          <a:p>
            <a:pPr lvl="1"/>
            <a:r>
              <a:t>Obada Alrefai - 202110207</a:t>
            </a:r>
          </a:p>
          <a:p>
            <a:pPr lvl="1"/>
            <a:r>
              <a:t>Yahya Taha - 202103476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An online platform offering:</a:t>
            </a:r>
          </a:p>
          <a:p>
            <a:pPr lvl="1"/>
            <a:r>
              <a:t>Vehicle registration renewal</a:t>
            </a:r>
          </a:p>
          <a:p>
            <a:pPr lvl="1"/>
            <a:r>
              <a:t>Ownership transfer</a:t>
            </a:r>
          </a:p>
          <a:p>
            <a:pPr lvl="1"/>
            <a:r>
              <a:t>Insurance policy management</a:t>
            </a:r>
          </a:p>
          <a:p>
            <a:pPr lvl="1"/>
            <a:r>
              <a:t>Fitness certificate management</a:t>
            </a:r>
          </a:p>
          <a:p>
            <a:pPr lvl="1"/>
            <a:r>
              <a:t>Accident reporting</a:t>
            </a:r>
          </a:p>
          <a:p>
            <a:pPr lvl="1"/>
            <a:r>
              <a:t>Penalty handling</a:t>
            </a:r>
          </a:p>
          <a:p>
            <a:pPr lvl="0"/>
            <a:r>
              <a:t>Focused on providing a secure, efficient system for vehicle-related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Architecture:</a:t>
            </a:r>
            <a:br/>
            <a:r>
              <a:t>Implemented a structured class design as per the class diagram.</a:t>
            </a:r>
          </a:p>
          <a:p>
            <a:pPr lvl="1"/>
            <a:r>
              <a:t>Used ECB (Entity-Control-Boundary) for designing sequence diagrams.</a:t>
            </a:r>
          </a:p>
          <a:p>
            <a:pPr lvl="0"/>
            <a:r>
              <a:rPr b="1"/>
              <a:t>Key Consideration:</a:t>
            </a:r>
            <a:br/>
            <a:r>
              <a:t>Data confidentiality by isolating core vehicle and ownership data from general user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20DC-436D-EF2F-6513-623891E5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A4A5B-CE90-D18E-1EDB-EE4691D14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DFD Level 0</a:t>
            </a:r>
          </a:p>
        </p:txBody>
      </p:sp>
      <p:pic>
        <p:nvPicPr>
          <p:cNvPr id="6" name="Picture 5" descr="A diagram of a computer&#10;&#10;Description automatically generated">
            <a:extLst>
              <a:ext uri="{FF2B5EF4-FFF2-40B4-BE49-F238E27FC236}">
                <a16:creationId xmlns:a16="http://schemas.microsoft.com/office/drawing/2014/main" id="{C46B0B5D-F2EF-ABFD-88A4-D8708AF3E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40" y="1429420"/>
            <a:ext cx="6361920" cy="364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33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66EA6-690B-CDA9-50EB-64FB5B255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8280"/>
            <a:ext cx="8229600" cy="4386343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5" name="Picture 4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F6405D77-0EF0-7584-13A5-F8D3EF5F1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06921"/>
            <a:ext cx="7919720" cy="432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2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A492-A1D3-1FB6-2BA0-5F5DC357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A76B-1442-6569-654D-783D54013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8280"/>
            <a:ext cx="8229600" cy="4386343"/>
          </a:xfrm>
        </p:spPr>
        <p:txBody>
          <a:bodyPr/>
          <a:lstStyle/>
          <a:p>
            <a:r>
              <a:rPr lang="en-US" dirty="0"/>
              <a:t>Use Case Diagram</a:t>
            </a:r>
          </a:p>
        </p:txBody>
      </p:sp>
      <p:pic>
        <p:nvPicPr>
          <p:cNvPr id="4" name="Picture 3" descr="A diagram of a company&#10;&#10;Description automatically generated">
            <a:extLst>
              <a:ext uri="{FF2B5EF4-FFF2-40B4-BE49-F238E27FC236}">
                <a16:creationId xmlns:a16="http://schemas.microsoft.com/office/drawing/2014/main" id="{2E5AF660-CF62-27E2-08A8-82C9762CE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120" y="637378"/>
            <a:ext cx="6641759" cy="450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1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Programming Language:</a:t>
            </a:r>
            <a:r>
              <a:t> Java</a:t>
            </a:r>
          </a:p>
          <a:p>
            <a:pPr lvl="0"/>
            <a:r>
              <a:rPr b="1"/>
              <a:t>UI Framework:</a:t>
            </a:r>
            <a:r>
              <a:t> JavaFX</a:t>
            </a:r>
          </a:p>
          <a:p>
            <a:pPr lvl="0"/>
            <a:r>
              <a:rPr b="1"/>
              <a:t>Documentation Tools:</a:t>
            </a:r>
            <a:r>
              <a:t> Markdown, Obsidian</a:t>
            </a:r>
          </a:p>
          <a:p>
            <a:pPr lvl="0"/>
            <a:r>
              <a:rPr b="1"/>
              <a:t>Diagram Modeling:</a:t>
            </a:r>
            <a:r>
              <a:t> Visual Paradigm, draw.io, GanttProject</a:t>
            </a:r>
          </a:p>
          <a:p>
            <a:pPr lvl="0"/>
            <a:r>
              <a:rPr b="1"/>
              <a:t>Presentation Generation:</a:t>
            </a:r>
            <a:r>
              <a:t> Markdown and Pandoc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Core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Finance Section:</a:t>
            </a:r>
            <a:r>
              <a:t> Handles payments.</a:t>
            </a:r>
          </a:p>
          <a:p>
            <a:pPr lvl="0"/>
            <a:r>
              <a:rPr b="1"/>
              <a:t>Penalty Section:</a:t>
            </a:r>
            <a:r>
              <a:t> Manages fines and offenses.</a:t>
            </a:r>
          </a:p>
          <a:p>
            <a:pPr lvl="0"/>
            <a:r>
              <a:rPr b="1"/>
              <a:t>Registration Section:</a:t>
            </a:r>
            <a:r>
              <a:t> Processes renewals and ownership transfers.</a:t>
            </a:r>
          </a:p>
          <a:p>
            <a:pPr lvl="0"/>
            <a:r>
              <a:rPr b="1"/>
              <a:t>Accident Section:</a:t>
            </a:r>
            <a:r>
              <a:t> Handles accident-related matters.</a:t>
            </a:r>
          </a:p>
          <a:p>
            <a:pPr lvl="0"/>
            <a:r>
              <a:rPr b="1"/>
              <a:t>Technical Section:</a:t>
            </a:r>
            <a:r>
              <a:t> Manages vehicle fitness certificates.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b="1"/>
              <a:t>Main Classes:</a:t>
            </a:r>
          </a:p>
          <a:p>
            <a:pPr lvl="1"/>
            <a:r>
              <a:rPr>
                <a:latin typeface="Courier"/>
              </a:rPr>
              <a:t>Accident.java</a:t>
            </a:r>
          </a:p>
          <a:p>
            <a:pPr lvl="1"/>
            <a:r>
              <a:rPr>
                <a:latin typeface="Courier"/>
              </a:rPr>
              <a:t>InsurancePolicy.java</a:t>
            </a:r>
          </a:p>
          <a:p>
            <a:pPr lvl="1"/>
            <a:r>
              <a:rPr>
                <a:latin typeface="Courier"/>
              </a:rPr>
              <a:t>Vehicle.java</a:t>
            </a:r>
          </a:p>
          <a:p>
            <a:pPr lvl="1"/>
            <a:r>
              <a:rPr>
                <a:latin typeface="Courier"/>
              </a:rPr>
              <a:t>Registration.java</a:t>
            </a:r>
          </a:p>
          <a:p>
            <a:pPr lvl="1"/>
            <a:r>
              <a:rPr>
                <a:latin typeface="Courier"/>
              </a:rPr>
              <a:t>TrafficFine.java</a:t>
            </a:r>
          </a:p>
          <a:p>
            <a:pPr lvl="1"/>
            <a:r>
              <a:rPr>
                <a:latin typeface="Courier"/>
              </a:rPr>
              <a:t>Invoice.java</a:t>
            </a:r>
          </a:p>
          <a:p>
            <a:pPr lvl="1"/>
            <a:r>
              <a:rPr>
                <a:latin typeface="Courier"/>
              </a:rPr>
              <a:t>FitnessCertificate.java</a:t>
            </a:r>
          </a:p>
          <a:p>
            <a:pPr lvl="1"/>
            <a:r>
              <a:t>And others…</a:t>
            </a:r>
          </a:p>
          <a:p>
            <a:pPr lvl="0"/>
            <a:r>
              <a:rPr b="1"/>
              <a:t>Organized Modules:</a:t>
            </a:r>
            <a:r>
              <a:t> Each class corresponds to specific system functions, ensuring modularity and maintainability.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Data flow illustrated in:</a:t>
            </a:r>
          </a:p>
          <a:p>
            <a:pPr lvl="1"/>
            <a:r>
              <a:rPr b="1"/>
              <a:t>Class Diagram:</a:t>
            </a:r>
            <a:r>
              <a:t> Defines the relationships and structure.</a:t>
            </a:r>
          </a:p>
          <a:p>
            <a:pPr lvl="1"/>
            <a:r>
              <a:rPr b="1"/>
              <a:t>Sequence Diagram:</a:t>
            </a:r>
            <a:r>
              <a:t> Demonstrates the registration renewal and confiscation order processes.</a:t>
            </a:r>
          </a:p>
          <a:p>
            <a:pPr lvl="1"/>
            <a:r>
              <a:rPr b="1"/>
              <a:t>DFD (Level 1):</a:t>
            </a:r>
            <a:r>
              <a:t> Shows data interactions across modules.</a:t>
            </a:r>
          </a:p>
          <a:p>
            <a:pPr lvl="0"/>
            <a:r>
              <a:t>Secure handling of vehicle and ownership data through access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Technical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Successfully implemented a comprehensive class and sequence diagram that ensured clear system interactions.</a:t>
            </a:r>
          </a:p>
          <a:p>
            <a:pPr lvl="0"/>
            <a:r>
              <a:t>Ensured secure handling of vehicle and ownership data by implementing access control mechanisms.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Module Integration:</a:t>
            </a:r>
            <a:br/>
            <a:r>
              <a:t>Integrating various modules like finance, penalty, and accident management was complex and required regular reviews.</a:t>
            </a:r>
          </a:p>
          <a:p>
            <a:pPr lvl="0"/>
            <a:r>
              <a:rPr b="1"/>
              <a:t>Scheduling Conflicts:</a:t>
            </a:r>
            <a:br/>
            <a:r>
              <a:t>Managing time and coordinating efforts across team members with different schedules.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b="1"/>
              <a:t>Effective Communication:</a:t>
            </a:r>
            <a:br/>
            <a:r>
              <a:t>Clear communication among team members was crucial.</a:t>
            </a:r>
          </a:p>
          <a:p>
            <a:pPr lvl="0"/>
            <a:r>
              <a:rPr b="1"/>
              <a:t>Early Planning:</a:t>
            </a:r>
            <a:br/>
            <a:r>
              <a:t>Early and detailed planning helped avoid last-minute challenges.</a:t>
            </a:r>
          </a:p>
          <a:p>
            <a:pPr lvl="0"/>
            <a:r>
              <a:rPr b="1"/>
              <a:t>Documentation:</a:t>
            </a:r>
            <a:br/>
            <a:r>
              <a:t>Maintaining thorough documentation ensured smooth progress.</a:t>
            </a:r>
          </a:p>
          <a:p>
            <a:pPr lvl="0"/>
            <a:r>
              <a:rPr b="1"/>
              <a:t>Time Management:</a:t>
            </a:r>
            <a:br/>
            <a:r>
              <a:t>Learned to balance time effectively for different project phases.</a:t>
            </a:r>
          </a:p>
          <a:p>
            <a:pPr lvl="0"/>
            <a:r>
              <a:rPr b="1"/>
              <a:t>Utilizing Tools:</a:t>
            </a:r>
            <a:br/>
            <a:r>
              <a:t>Leveraged tools like Visual Paradigm and GanttProject to streamline development.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Enhanced User Authentication:</a:t>
            </a:r>
            <a:br/>
            <a:r>
              <a:t>Implement multi-factor authentication for better security.</a:t>
            </a:r>
          </a:p>
          <a:p>
            <a:pPr lvl="0"/>
            <a:r>
              <a:rPr b="1"/>
              <a:t>Mobile App Development:</a:t>
            </a:r>
            <a:br/>
            <a:r>
              <a:t>Develop a mobile version to increase accessibility.</a:t>
            </a:r>
          </a:p>
          <a:p>
            <a:pPr lvl="0"/>
            <a:r>
              <a:rPr b="1"/>
              <a:t>Reporting Dashboard:</a:t>
            </a:r>
            <a:br/>
            <a:r>
              <a:t>Introduce analytics and reporting features for vehicle management insights.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Project Impact:</a:t>
            </a:r>
            <a:br/>
            <a:r>
              <a:t>Developed a comprehensive platform for vehicle services, ensuring efficiency and security.</a:t>
            </a:r>
          </a:p>
          <a:p>
            <a:pPr lvl="0"/>
            <a:r>
              <a:rPr b="1"/>
              <a:t>Future Prospects:</a:t>
            </a:r>
            <a:br/>
            <a:r>
              <a:t>Expand functionality and enhance user experience based on feedback and further development.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524</Words>
  <Application>Microsoft Office PowerPoint</Application>
  <PresentationFormat>On-screen Show (16:9)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</vt:lpstr>
      <vt:lpstr>Office Theme</vt:lpstr>
      <vt:lpstr>iQVR - CMPS 310 Software Engineering Lab Project</vt:lpstr>
      <vt:lpstr>Introduction</vt:lpstr>
      <vt:lpstr>Project Overview</vt:lpstr>
      <vt:lpstr>Design Decisions</vt:lpstr>
      <vt:lpstr>Diagrams</vt:lpstr>
      <vt:lpstr>PowerPoint Presentation</vt:lpstr>
      <vt:lpstr>PowerPoint Presentation</vt:lpstr>
      <vt:lpstr>Technology Stack</vt:lpstr>
      <vt:lpstr>Core Functionalities</vt:lpstr>
      <vt:lpstr>Code Structure</vt:lpstr>
      <vt:lpstr>Data Management</vt:lpstr>
      <vt:lpstr>Technical Achievements</vt:lpstr>
      <vt:lpstr>Challenges Faced</vt:lpstr>
      <vt:lpstr>Lessons Learned</vt:lpstr>
      <vt:lpstr>Future Improvements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iQVR - CMPS 310 Software Engineering Lab Project</dc:title>
  <dc:creator>Team Hydrogen</dc:creator>
  <cp:keywords/>
  <cp:lastModifiedBy>Number XIII Roxas</cp:lastModifiedBy>
  <cp:revision>3</cp:revision>
  <dcterms:created xsi:type="dcterms:W3CDTF">2024-12-03T12:40:35Z</dcterms:created>
  <dcterms:modified xsi:type="dcterms:W3CDTF">2024-12-03T13:30:24Z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December 3, 2024</vt:lpwstr>
  </property>
</Properties>
</file>